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</c:v>
                </c:pt>
              </c:strCache>
            </c:strRef>
          </c:tx>
          <c:spPr>
            <a:solidFill>
              <a:srgbClr val="2E5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Lean (~5k)</c:v>
                  </c:pt>
                  <c:pt idx="1">
                    <c:v>Expected (~15k)</c:v>
                  </c:pt>
                  <c:pt idx="2">
                    <c:v>High (~30k)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120</c:v>
                </c:pt>
                <c:pt idx="2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3rd-party + domain</c:v>
                </c:pt>
              </c:strCache>
            </c:strRef>
          </c:tx>
          <c:spPr>
            <a:solidFill>
              <a:srgbClr val="E8A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Lean (~5k)</c:v>
                  </c:pt>
                  <c:pt idx="1">
                    <c:v>Expected (~15k)</c:v>
                  </c:pt>
                  <c:pt idx="2">
                    <c:v>High (~30k)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</c:v>
                </c:pt>
                <c:pt idx="1">
                  <c:v>320</c:v>
                </c:pt>
                <c:pt idx="2">
                  <c:v>570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03A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03A4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4300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114300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114300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14300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114300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114300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114300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114300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🪂  BIR FESTIVAL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Live-Deployment Run Cost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run the app, ops console and AWS backend for a single festival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the actually-deployed stack (50 tagged resources) at realistic scale.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21–23 November 2026  ·  Bir–Billing  ·  us-east-1  ·  demo live &amp; verified end-to-end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hundreds of dollars — plus revenue-linked fees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2E5E4E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ALL-IN · FULL EVENT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$430</a:t>
            </a:r>
            <a:pPr indent="0" marL="0">
              <a:buNone/>
            </a:pPr>
            <a:r>
              <a:rPr lang="en-US" sz="20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$780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+ 3 months live + festival-week traffic. Excludes payment MDR.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pPr indent="0" marL="0">
              <a:buNone/>
            </a:pPr>
            <a:r>
              <a:rPr lang="en-US" sz="2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$210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CloudFront APK egress; most services sit in free tiers.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/ FIXED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</a:t>
            </a:r>
            <a:pPr indent="0" marL="0">
              <a:buNone/>
            </a:pPr>
            <a:r>
              <a:rPr lang="en-US" sz="2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$260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+ Google dev accounts, domain, DLT registration.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BF0E0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is separate.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30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charges ≈ 2% + GST per transaction — a cost of collecting money, netted from revenue, not a platform overhead. ₹10,00,000 of sales ≈ ₹20,000 (~$235) in fees.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AWS RESOURCES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&amp; on-demand — idle cost ≈ $0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4114800"/>
                <a:gridCol w="1856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 / resource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Billing basis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Est. (event)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CloudFront (2 distributions)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Data-out + requests; 1 TB/mo free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$0–150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S3 (appdist · media · kb)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Storage + requests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$1–3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Lambda (15 functions)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$0.20/M req + GB-s; 1 M free/mo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~$0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AppSync GraphQL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$4/M ops + realtime updates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$4–10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API Gateway (HTTP)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$1.00/M requests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$1–2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DynamoDB (single table + gsi1)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On-demand R/W; 25 GB free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$1–4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Cognito (user + identity pool)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Per MAU — within free tier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~$0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Pinpoint + SNS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MTA + messages; 5 k free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$5–15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Location Service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Geofence + position updates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$1–5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SSM · CloudWatch · misc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03A42"/>
                          </a:solidFill>
                        </a:rPr>
                        <a:t>Params free; logs $0.50/GB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5E4E"/>
                          </a:solidFill>
                        </a:rPr>
                        <a:t>$1–8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32B"/>
                          </a:solidFill>
                        </a:rPr>
                        <a:t>AWS subtotal</a:t>
                      </a:r>
                      <a:endParaRPr lang="en-US" sz="125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C7680"/>
                          </a:solidFill>
                        </a:rPr>
                        <a:t>serverless · idle ≈ $0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E5E4E"/>
                          </a:solidFill>
                        </a:rPr>
                        <a:t>$60–210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variable = CloudFront APK egress. Ship an arm64-only APK (~half the bytes) and push installs to the Play Store to land near the low end.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OFF-AWS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services &amp;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02536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02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23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Route 53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58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birfestival.app / .in + hosted zone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$15–40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002536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2" y="2002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🍏</a:t>
            </a:r>
            <a:endParaRPr lang="en-US" sz="1232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258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iOS app / TestFlight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300984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300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232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557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registration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912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2990088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3300984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73952" y="3300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232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Fast2SMS + DLT (OTP)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557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DLT + ≈ ₹0.25/SMS × 20 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1912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$70–120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288536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599432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232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(push)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855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FCM/APNs delivery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48970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4288536"/>
            <a:ext cx="530352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4599432"/>
            <a:ext cx="512064" cy="512064"/>
          </a:xfrm>
          <a:prstGeom prst="ellipse">
            <a:avLst/>
          </a:prstGeom>
          <a:solidFill>
            <a:srgbClr val="E4EAE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73952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32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— Haiku 4.5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855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k grounded chats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48970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$15–40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subtotal  ·  $225–420   +   payment MDR ≈ 2% (revenue-linked, separate)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estimate to real attendance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8308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83880" y="19293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0" y="1892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~$190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313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APK · Play-first · SMS off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55280" y="28346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FBF0E0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183880" y="2980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944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~$440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modelled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55280" y="388620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183880" y="40325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3995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~$780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416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APK · SMS live · heavy AI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64008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64008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64008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64008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64008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64008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64008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4173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production run costs low hundreds of dollars —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tears down cleanly after 30 November.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production merchant credentials (docs/PAYMENTS_GO_LIVE.md)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Fast2SMS DLT approval for real OTP (currently 000000 demo)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push for closed-app safety alerts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+ arm64 APK to trim CloudFront egress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SAVINGS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6118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+ on-demand — unused stack ≈ $0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headroom on Cognito, CloudFront, DynamoDB, Lambda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tagged Project=bir-festival-2026 → scripted teardown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keeps grounded festival Q&amp;A in the tens of dollars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use public on-demand list pricing + stated assumptions · not a quote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Bir Festival 2026</dc:creator>
  <cp:lastModifiedBy>Bir Festival 2026</cp:lastModifiedBy>
  <cp:revision>1</cp:revision>
  <dcterms:created xsi:type="dcterms:W3CDTF">2026-09-05T06:29:16Z</dcterms:created>
  <dcterms:modified xsi:type="dcterms:W3CDTF">2026-09-05T06:29:16Z</dcterms:modified>
</cp:coreProperties>
</file>